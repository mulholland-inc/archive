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Keynote title slid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Lisbon long weekend</a:t>
            </a:r>
          </a:p>
        </p:txBody>
      </p:sp>
      <p:sp>
        <p:nvSpPr>
          <p:cNvPr id="173" name="Subtitle text her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12 to 16 November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econd slid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Plan</a:t>
            </a:r>
          </a:p>
        </p:txBody>
      </p:sp>
      <p:sp>
        <p:nvSpPr>
          <p:cNvPr id="17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First bulle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Thursday: Graça and Senhora do Monte</a:t>
            </a:r>
          </a:p>
          <a:p>
            <a:pPr/>
            <a:r>
              <a:t>Saturday: day trip to Sintra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