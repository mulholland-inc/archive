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20b40016d34362" /><Relationship Type="http://schemas.openxmlformats.org/officeDocument/2006/relationships/extended-properties" Target="/docProps/app.xml" Id="R4722830393de4a3e" /><Relationship Type="http://schemas.openxmlformats.org/officeDocument/2006/relationships/officeDocument" Target="/ppt/presentation.xml" Id="R740bca04133541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515312c0044be0"/>
  </p:sldMasterIdLst>
  <p:notesMasterIdLst>
    <p:notesMasterId xmlns:r="http://schemas.openxmlformats.org/officeDocument/2006/relationships" r:id="Rb65a980f1c174ead"/>
  </p:notesMasterIdLst>
  <p:sldIdLst>
    <p:sldId xmlns:r="http://schemas.openxmlformats.org/officeDocument/2006/relationships" id="256" r:id="R68aad5ebbbee48f5"/>
    <p:sldId xmlns:r="http://schemas.openxmlformats.org/officeDocument/2006/relationships" id="257" r:id="R1fa9323ccd0f469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8aa03da8ac4089" /><Relationship Type="http://schemas.openxmlformats.org/officeDocument/2006/relationships/slideMaster" Target="/ppt/slideMasters/slideMaster1.xml" Id="R45515312c0044be0" /><Relationship Type="http://schemas.openxmlformats.org/officeDocument/2006/relationships/notesMaster" Target="/ppt/notesMasters/notesMaster1.xml" Id="Rb65a980f1c174ead" /><Relationship Type="http://schemas.openxmlformats.org/officeDocument/2006/relationships/presProps" Target="/ppt/presProps.xml" Id="R2c44f08e04e9423d" /><Relationship Type="http://schemas.openxmlformats.org/officeDocument/2006/relationships/tableStyles" Target="/ppt/tableStyles.xml" Id="R1940d9d368314d6f" /><Relationship Type="http://schemas.openxmlformats.org/officeDocument/2006/relationships/slide" Target="/ppt/slides/slide1.xml" Id="R68aad5ebbbee48f5" /><Relationship Type="http://schemas.openxmlformats.org/officeDocument/2006/relationships/slide" Target="/ppt/slides/slide2.xml" Id="R1fa9323ccd0f46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04b8b1592243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77e8b8a895423f" /><Relationship Type="http://schemas.openxmlformats.org/officeDocument/2006/relationships/notesMaster" Target="/ppt/notesMasters/notesMaster1.xml" Id="Rf9f16aad77e04f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56af60157d41c3" /><Relationship Type="http://schemas.openxmlformats.org/officeDocument/2006/relationships/notesMaster" Target="/ppt/notesMasters/notesMaster1.xml" Id="R0036db9ece2448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1bc9047cde433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a1a1974fa3452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f173f46d954d5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c1d029ea4b45a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129e51625142d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4c86b839f840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70F3769-5038-4001-AFF2-F19DF6CD31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570A5FC-17DF-4F4B-AE63-750FFF9BF78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3D27602-3287-4EE0-BFD8-48AB372C10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C88EC6F-6AF7-431C-B574-7ACC44B6A2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5F17B90-204D-45C0-BF8C-F01FEE758C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6004F4C-6CE2-4D7E-943F-B84EB620D4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002FB3D-2549-48A1-9736-459879814F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E0AB3C1-FF7D-4B77-AEAF-AF2B5192C8F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8403C68-D023-4930-8AAF-16FA524AAD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D343843-0F63-43D5-9335-0CF655F544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6beb5f0027492e" /><Relationship Type="http://schemas.openxmlformats.org/officeDocument/2006/relationships/slideLayout" Target="/ppt/slideLayouts/slideLayout1.xml" Id="Re967ff9fc0364ee4" /><Relationship Type="http://schemas.openxmlformats.org/officeDocument/2006/relationships/slideLayout" Target="/ppt/slideLayouts/slideLayout2.xml" Id="R5d88c617dbb2452c" /><Relationship Type="http://schemas.openxmlformats.org/officeDocument/2006/relationships/slideLayout" Target="/ppt/slideLayouts/slideLayout3.xml" Id="Rcfaf951a0f834983" /><Relationship Type="http://schemas.openxmlformats.org/officeDocument/2006/relationships/slideLayout" Target="/ppt/slideLayouts/slideLayout4.xml" Id="Rb92b73c8fff3444f" /><Relationship Type="http://schemas.openxmlformats.org/officeDocument/2006/relationships/slideLayout" Target="/ppt/slideLayouts/slideLayout5.xml" Id="R093cac29ee0c486b" /><Relationship Type="http://schemas.openxmlformats.org/officeDocument/2006/relationships/slideLayout" Target="/ppt/slideLayouts/slideLayout6.xml" Id="R1e89ba7aa30146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67ff9fc0364ee4"/>
    <p:sldLayoutId xmlns:r="http://schemas.openxmlformats.org/officeDocument/2006/relationships" id="2147483650" r:id="R5d88c617dbb2452c"/>
    <p:sldLayoutId xmlns:r="http://schemas.openxmlformats.org/officeDocument/2006/relationships" id="2147483651" r:id="Rcfaf951a0f834983"/>
    <p:sldLayoutId xmlns:r="http://schemas.openxmlformats.org/officeDocument/2006/relationships" id="2147483652" r:id="Rb92b73c8fff3444f"/>
    <p:sldLayoutId xmlns:r="http://schemas.openxmlformats.org/officeDocument/2006/relationships" id="2147483653" r:id="R093cac29ee0c486b"/>
    <p:sldLayoutId xmlns:r="http://schemas.openxmlformats.org/officeDocument/2006/relationships" id="2147483654" r:id="R1e89ba7aa30146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efda33d3fd48f1" /><Relationship Type="http://schemas.openxmlformats.org/officeDocument/2006/relationships/notesSlide" Target="/ppt/notesSlides/notesSlide1.xml" Id="R16ddab4698a046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0c143f183c4837" /><Relationship Type="http://schemas.openxmlformats.org/officeDocument/2006/relationships/notesSlide" Target="/ppt/notesSlides/notesSlide2.xml" Id="R5452c21313b0478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569FC6-42F7-43FF-B766-1E929BE9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C2733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C2733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C2733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C2733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C2733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C2733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C2733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C2733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C2733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C27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C27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C2733"/>
                </a:solidFill>
                <a:latin typeface="Arial"/>
                <a:ea typeface="Arial"/>
                <a:cs typeface="Arial"/>
              </a:rPr>
              <a:t>Fictional demo / not real family records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42A272-1BD2-4637-90EA-C01A5D5B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1C2733"/>
                </a:solidFill>
                <a:latin typeface="Arial"/>
                <a:ea typeface="Arial"/>
                <a:cs typeface="Arial"/>
              </a:defRPr>
            </a:defPPr>
            <a:lvl1pPr>
              <a:defRPr sz="4200" b="1">
                <a:solidFill>
                  <a:srgbClr val="1C2733"/>
                </a:solidFill>
                <a:latin typeface="Arial"/>
                <a:ea typeface="Arial"/>
                <a:cs typeface="Arial"/>
              </a:defRPr>
            </a:lvl1pPr>
            <a:lvl2pPr>
              <a:defRPr sz="4200" b="1">
                <a:solidFill>
                  <a:srgbClr val="1C2733"/>
                </a:solidFill>
                <a:latin typeface="Arial"/>
                <a:ea typeface="Arial"/>
                <a:cs typeface="Arial"/>
              </a:defRPr>
            </a:lvl2pPr>
            <a:lvl3pPr>
              <a:defRPr sz="4200" b="1">
                <a:solidFill>
                  <a:srgbClr val="1C2733"/>
                </a:solidFill>
                <a:latin typeface="Arial"/>
                <a:ea typeface="Arial"/>
                <a:cs typeface="Arial"/>
              </a:defRPr>
            </a:lvl3pPr>
            <a:lvl4pPr>
              <a:defRPr sz="4200" b="1">
                <a:solidFill>
                  <a:srgbClr val="1C2733"/>
                </a:solidFill>
                <a:latin typeface="Arial"/>
                <a:ea typeface="Arial"/>
                <a:cs typeface="Arial"/>
              </a:defRPr>
            </a:lvl4pPr>
            <a:lvl5pPr>
              <a:defRPr sz="4200" b="1">
                <a:solidFill>
                  <a:srgbClr val="1C2733"/>
                </a:solidFill>
                <a:latin typeface="Arial"/>
                <a:ea typeface="Arial"/>
                <a:cs typeface="Arial"/>
              </a:defRPr>
            </a:lvl5pPr>
            <a:lvl6pPr>
              <a:defRPr sz="4200" b="1">
                <a:solidFill>
                  <a:srgbClr val="1C2733"/>
                </a:solidFill>
                <a:latin typeface="Arial"/>
                <a:ea typeface="Arial"/>
                <a:cs typeface="Arial"/>
              </a:defRPr>
            </a:lvl6pPr>
            <a:lvl7pPr>
              <a:defRPr sz="4200" b="1">
                <a:solidFill>
                  <a:srgbClr val="1C2733"/>
                </a:solidFill>
                <a:latin typeface="Arial"/>
                <a:ea typeface="Arial"/>
                <a:cs typeface="Arial"/>
              </a:defRPr>
            </a:lvl7pPr>
            <a:lvl8pPr>
              <a:defRPr sz="4200" b="1">
                <a:solidFill>
                  <a:srgbClr val="1C2733"/>
                </a:solidFill>
                <a:latin typeface="Arial"/>
                <a:ea typeface="Arial"/>
                <a:cs typeface="Arial"/>
              </a:defRPr>
            </a:lvl8pPr>
            <a:lvl9pPr>
              <a:defRPr sz="4200" b="1">
                <a:solidFill>
                  <a:srgbClr val="1C27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1C2733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C2733"/>
                </a:solidFill>
                <a:latin typeface="Arial"/>
                <a:ea typeface="Arial"/>
                <a:cs typeface="Arial"/>
              </a:rPr>
              <a:t>Quist picnic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865ACA-5B5C-40F2-A28C-E5E40B52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C2733"/>
                </a:solidFill>
                <a:latin typeface="Arial"/>
                <a:ea typeface="Arial"/>
                <a:cs typeface="Arial"/>
              </a:rPr>
              <a:t>Ione Quist brings two blankets to the Gloamshire meadow.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C0DF67-5507-4E41-8034-F4542C80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C2733"/>
                </a:solidFill>
                <a:latin typeface="Arial"/>
                <a:ea typeface="Arial"/>
                <a:cs typeface="Arial"/>
              </a:rPr>
              <a:t>Juniper Quist packs twelve apples.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DB9032-29F2-4EBE-9E0E-FE02FE7B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C2733"/>
                </a:solidFill>
                <a:latin typeface="Arial"/>
                <a:ea typeface="Arial"/>
                <a:cs typeface="Arial"/>
              </a:rPr>
              <a:t>Odo Quist folds thirty napkins.</a:t>
            </a:r>
          </a:p>
        </p:txBody>
      </p:sp>
    </p:spTree>
    <p:extLst>
      <p:ext uri="{BB962C8B-B14F-4D97-AF65-F5344CB8AC3E}">
        <p14:creationId xmlns:p14="http://schemas.microsoft.com/office/powerpoint/2010/main" val="9388473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506A99-6228-431E-B3D6-A1C9330F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C2733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C2733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C2733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C2733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C2733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C2733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C2733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C2733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C2733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C27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C27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C2733"/>
                </a:solidFill>
                <a:latin typeface="Arial"/>
                <a:ea typeface="Arial"/>
                <a:cs typeface="Arial"/>
              </a:rPr>
              <a:t>Fictional demo / not real family records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B1A060-6055-46CA-8032-1C33AB4D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1C2733"/>
                </a:solidFill>
                <a:latin typeface="Arial"/>
                <a:ea typeface="Arial"/>
                <a:cs typeface="Arial"/>
              </a:defRPr>
            </a:defPPr>
            <a:lvl1pPr>
              <a:defRPr sz="4200" b="1">
                <a:solidFill>
                  <a:srgbClr val="1C2733"/>
                </a:solidFill>
                <a:latin typeface="Arial"/>
                <a:ea typeface="Arial"/>
                <a:cs typeface="Arial"/>
              </a:defRPr>
            </a:lvl1pPr>
            <a:lvl2pPr>
              <a:defRPr sz="4200" b="1">
                <a:solidFill>
                  <a:srgbClr val="1C2733"/>
                </a:solidFill>
                <a:latin typeface="Arial"/>
                <a:ea typeface="Arial"/>
                <a:cs typeface="Arial"/>
              </a:defRPr>
            </a:lvl2pPr>
            <a:lvl3pPr>
              <a:defRPr sz="4200" b="1">
                <a:solidFill>
                  <a:srgbClr val="1C2733"/>
                </a:solidFill>
                <a:latin typeface="Arial"/>
                <a:ea typeface="Arial"/>
                <a:cs typeface="Arial"/>
              </a:defRPr>
            </a:lvl3pPr>
            <a:lvl4pPr>
              <a:defRPr sz="4200" b="1">
                <a:solidFill>
                  <a:srgbClr val="1C2733"/>
                </a:solidFill>
                <a:latin typeface="Arial"/>
                <a:ea typeface="Arial"/>
                <a:cs typeface="Arial"/>
              </a:defRPr>
            </a:lvl4pPr>
            <a:lvl5pPr>
              <a:defRPr sz="4200" b="1">
                <a:solidFill>
                  <a:srgbClr val="1C2733"/>
                </a:solidFill>
                <a:latin typeface="Arial"/>
                <a:ea typeface="Arial"/>
                <a:cs typeface="Arial"/>
              </a:defRPr>
            </a:lvl5pPr>
            <a:lvl6pPr>
              <a:defRPr sz="4200" b="1">
                <a:solidFill>
                  <a:srgbClr val="1C2733"/>
                </a:solidFill>
                <a:latin typeface="Arial"/>
                <a:ea typeface="Arial"/>
                <a:cs typeface="Arial"/>
              </a:defRPr>
            </a:lvl6pPr>
            <a:lvl7pPr>
              <a:defRPr sz="4200" b="1">
                <a:solidFill>
                  <a:srgbClr val="1C2733"/>
                </a:solidFill>
                <a:latin typeface="Arial"/>
                <a:ea typeface="Arial"/>
                <a:cs typeface="Arial"/>
              </a:defRPr>
            </a:lvl7pPr>
            <a:lvl8pPr>
              <a:defRPr sz="4200" b="1">
                <a:solidFill>
                  <a:srgbClr val="1C2733"/>
                </a:solidFill>
                <a:latin typeface="Arial"/>
                <a:ea typeface="Arial"/>
                <a:cs typeface="Arial"/>
              </a:defRPr>
            </a:lvl8pPr>
            <a:lvl9pPr>
              <a:defRPr sz="4200" b="1">
                <a:solidFill>
                  <a:srgbClr val="1C27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1C2733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C2733"/>
                </a:solidFill>
                <a:latin typeface="Arial"/>
                <a:ea typeface="Arial"/>
                <a:cs typeface="Arial"/>
              </a:rPr>
              <a:t>Picnic afternoon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B7B169-6564-4C78-BF89-6D21FB32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C2733"/>
                </a:solidFill>
                <a:latin typeface="Arial"/>
                <a:ea typeface="Arial"/>
                <a:cs typeface="Arial"/>
              </a:rPr>
              <a:t>The fictional group meets at noon.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5B4733-96AF-41E3-99E3-303FD6FA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C2733"/>
                </a:solidFill>
                <a:latin typeface="Arial"/>
                <a:ea typeface="Arial"/>
                <a:cs typeface="Arial"/>
              </a:rPr>
              <a:t>A short walk follows lunch.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FEE2A0-9CD5-4C1E-B473-89D5DB6F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C2733"/>
                </a:solidFill>
                <a:latin typeface="Arial"/>
                <a:ea typeface="Arial"/>
                <a:cs typeface="Arial"/>
              </a:rPr>
              <a:t>Everyone gathers the reusable supplies before leaving.</a:t>
            </a:r>
          </a:p>
        </p:txBody>
      </p:sp>
    </p:spTree>
    <p:extLst>
      <p:ext uri="{BB962C8B-B14F-4D97-AF65-F5344CB8AC3E}">
        <p14:creationId xmlns:p14="http://schemas.microsoft.com/office/powerpoint/2010/main" val="12209992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2026-10-26T20:38:31.7330000Z</dcterms:created>
  <dcterms:modified xsi:type="dcterms:W3CDTF">2026-10-26T20:38:31.7340000Z</dcterms:modified>
</coreProperties>
</file>